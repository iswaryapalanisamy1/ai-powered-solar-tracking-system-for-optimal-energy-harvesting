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9" r:id="rId2"/>
    <p:sldId id="27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41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3051BB-7020-6CDA-F623-B1EF800D7F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DA6634-998E-895E-6374-4CBF169F31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954F6-2C88-45D6-3E13-60FE9F32A8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6A700-C2A2-822E-505C-0A663BD75C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D2B6FE-F3D4-45E7-A59D-2636C327EC2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965526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6FE0ED-EEA7-429A-AA6D-BF10371DBF5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040988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1528-9B91-4E1D-B780-4756D7A5B230}" type="datetimeFigureOut">
              <a:rPr lang="en-IN" smtClean="0"/>
              <a:pPr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235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1528-9B91-4E1D-B780-4756D7A5B230}" type="datetimeFigureOut">
              <a:rPr lang="en-IN" smtClean="0"/>
              <a:pPr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034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1528-9B91-4E1D-B780-4756D7A5B230}" type="datetimeFigureOut">
              <a:rPr lang="en-IN" smtClean="0"/>
              <a:pPr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573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1528-9B91-4E1D-B780-4756D7A5B230}" type="datetimeFigureOut">
              <a:rPr lang="en-IN" smtClean="0"/>
              <a:pPr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776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1528-9B91-4E1D-B780-4756D7A5B230}" type="datetimeFigureOut">
              <a:rPr lang="en-IN" smtClean="0"/>
              <a:pPr/>
              <a:t>13-12-2025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841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1528-9B91-4E1D-B780-4756D7A5B230}" type="datetimeFigureOut">
              <a:rPr lang="en-IN" smtClean="0"/>
              <a:pPr/>
              <a:t>13-12-2025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632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1528-9B91-4E1D-B780-4756D7A5B230}" type="datetimeFigureOut">
              <a:rPr lang="en-IN" smtClean="0"/>
              <a:pPr/>
              <a:t>13-12-2025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134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1528-9B91-4E1D-B780-4756D7A5B230}" type="datetimeFigureOut">
              <a:rPr lang="en-IN" smtClean="0"/>
              <a:pPr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086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1528-9B91-4E1D-B780-4756D7A5B230}" type="datetimeFigureOut">
              <a:rPr lang="en-IN" smtClean="0"/>
              <a:pPr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416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1528-9B91-4E1D-B780-4756D7A5B230}" type="datetimeFigureOut">
              <a:rPr lang="en-IN" smtClean="0"/>
              <a:pPr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424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1528-9B91-4E1D-B780-4756D7A5B230}" type="datetimeFigureOut">
              <a:rPr lang="en-IN" smtClean="0"/>
              <a:pPr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210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01528-9B91-4E1D-B780-4756D7A5B230}" type="datetimeFigureOut">
              <a:rPr lang="en-IN" smtClean="0"/>
              <a:pPr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04DAD-6FC7-491D-82CC-E8CDA596BF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13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6D8522-EF70-75ED-8771-474E9267D06D}"/>
              </a:ext>
            </a:extLst>
          </p:cNvPr>
          <p:cNvSpPr/>
          <p:nvPr/>
        </p:nvSpPr>
        <p:spPr>
          <a:xfrm>
            <a:off x="206477" y="1287292"/>
            <a:ext cx="11783962" cy="498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CC1C39-0252-6927-4745-4FF3028C0EC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t="20925" b="14217"/>
          <a:stretch>
            <a:fillRect/>
          </a:stretch>
        </p:blipFill>
        <p:spPr>
          <a:xfrm>
            <a:off x="235983" y="176984"/>
            <a:ext cx="2816934" cy="9586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623304-5C5F-A8A9-DE75-3BFF4F106A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820" r="18861"/>
          <a:stretch/>
        </p:blipFill>
        <p:spPr>
          <a:xfrm>
            <a:off x="11282517" y="191728"/>
            <a:ext cx="680332" cy="6358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928852" y="269154"/>
            <a:ext cx="979948" cy="7368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DB0BFF-9E4A-5693-CAFE-4498F5FCD9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760" y="1937618"/>
            <a:ext cx="7751078" cy="434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386112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67EF02-7F23-3C43-6A11-57BCE934532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t="20925" b="14217"/>
          <a:stretch>
            <a:fillRect/>
          </a:stretch>
        </p:blipFill>
        <p:spPr>
          <a:xfrm>
            <a:off x="235983" y="176984"/>
            <a:ext cx="2816934" cy="9586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43EB38-73AC-38C3-0CCC-189A5BC1C0B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928852" y="269154"/>
            <a:ext cx="979948" cy="7368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0C8198-704E-EA60-6FA1-5A1921C62F0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820" r="18861"/>
          <a:stretch/>
        </p:blipFill>
        <p:spPr>
          <a:xfrm>
            <a:off x="11282517" y="191728"/>
            <a:ext cx="680332" cy="63589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23134FF-C7C7-66D1-0586-719B01BDBC3F}"/>
              </a:ext>
            </a:extLst>
          </p:cNvPr>
          <p:cNvSpPr/>
          <p:nvPr/>
        </p:nvSpPr>
        <p:spPr>
          <a:xfrm>
            <a:off x="206477" y="1287292"/>
            <a:ext cx="11783962" cy="498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PHOTO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DFE084-8531-6B7C-C80C-8E7A36A2EA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335" y="1904879"/>
            <a:ext cx="8353033" cy="468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501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1554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Mokish</dc:creator>
  <cp:lastModifiedBy>iswarya palanisamy</cp:lastModifiedBy>
  <cp:revision>38</cp:revision>
  <cp:lastPrinted>2024-09-19T16:40:05Z</cp:lastPrinted>
  <dcterms:created xsi:type="dcterms:W3CDTF">2023-10-14T16:50:53Z</dcterms:created>
  <dcterms:modified xsi:type="dcterms:W3CDTF">2025-12-13T12:46:40Z</dcterms:modified>
</cp:coreProperties>
</file>